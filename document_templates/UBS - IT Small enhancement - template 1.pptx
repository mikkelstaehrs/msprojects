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3.xml" ContentType="application/vnd.openxmlformats-officedocument.theme+xml"/>
  <Override PartName="/ppt/slideLayouts/slideLayout26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9" r:id="rId5"/>
    <p:sldMasterId id="2147483679" r:id="rId6"/>
    <p:sldMasterId id="2147483688" r:id="rId7"/>
  </p:sldMasterIdLst>
  <p:notesMasterIdLst>
    <p:notesMasterId r:id="rId10"/>
  </p:notesMasterIdLst>
  <p:sldIdLst>
    <p:sldId id="268" r:id="rId8"/>
    <p:sldId id="269" r:id="rId9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5087C"/>
    <a:srgbClr val="1F2C4E"/>
    <a:srgbClr val="0075BB"/>
    <a:srgbClr val="7FBE42"/>
    <a:srgbClr val="436E30"/>
    <a:srgbClr val="144077"/>
    <a:srgbClr val="E80090"/>
    <a:srgbClr val="1D569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12" autoAdjust="0"/>
    <p:restoredTop sz="96039" autoAdjust="0"/>
  </p:normalViewPr>
  <p:slideViewPr>
    <p:cSldViewPr snapToGrid="0">
      <p:cViewPr varScale="1">
        <p:scale>
          <a:sx n="68" d="100"/>
          <a:sy n="68" d="100"/>
        </p:scale>
        <p:origin x="84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4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5" Type="http://schemas.microsoft.com/office/2016/11/relationships/changesInfo" Target="changesInfos/changesInfo1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2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kkel Stæhr" userId="debb0964-8090-4b39-a7b9-390233ece955" providerId="ADAL" clId="{F594B9FF-CE0B-496F-BF55-B77DC8EC5EC2}"/>
    <pc:docChg chg="undo custSel modSld">
      <pc:chgData name="Mikkel Stæhr" userId="debb0964-8090-4b39-a7b9-390233ece955" providerId="ADAL" clId="{F594B9FF-CE0B-496F-BF55-B77DC8EC5EC2}" dt="2026-09-03T08:12:43.547" v="1562" actId="20577"/>
      <pc:docMkLst>
        <pc:docMk/>
      </pc:docMkLst>
      <pc:sldChg chg="addSp delSp modSp mod">
        <pc:chgData name="Mikkel Stæhr" userId="debb0964-8090-4b39-a7b9-390233ece955" providerId="ADAL" clId="{F594B9FF-CE0B-496F-BF55-B77DC8EC5EC2}" dt="2026-09-03T08:12:43.547" v="1562" actId="20577"/>
        <pc:sldMkLst>
          <pc:docMk/>
          <pc:sldMk cId="2643569662" sldId="269"/>
        </pc:sldMkLst>
        <pc:spChg chg="mod">
          <ac:chgData name="Mikkel Stæhr" userId="debb0964-8090-4b39-a7b9-390233ece955" providerId="ADAL" clId="{F594B9FF-CE0B-496F-BF55-B77DC8EC5EC2}" dt="2026-08-05T09:41:51.850" v="1041" actId="20577"/>
          <ac:spMkLst>
            <pc:docMk/>
            <pc:sldMk cId="2643569662" sldId="269"/>
            <ac:spMk id="2" creationId="{B4E8DA76-D073-5237-7294-3676B82D7883}"/>
          </ac:spMkLst>
        </pc:spChg>
        <pc:spChg chg="mod">
          <ac:chgData name="Mikkel Stæhr" userId="debb0964-8090-4b39-a7b9-390233ece955" providerId="ADAL" clId="{F594B9FF-CE0B-496F-BF55-B77DC8EC5EC2}" dt="2026-09-03T08:12:33.467" v="1559" actId="20577"/>
          <ac:spMkLst>
            <pc:docMk/>
            <pc:sldMk cId="2643569662" sldId="269"/>
            <ac:spMk id="7" creationId="{0E074532-6DB8-E4B1-CC48-6EFC02C00492}"/>
          </ac:spMkLst>
        </pc:spChg>
        <pc:spChg chg="mod">
          <ac:chgData name="Mikkel Stæhr" userId="debb0964-8090-4b39-a7b9-390233ece955" providerId="ADAL" clId="{F594B9FF-CE0B-496F-BF55-B77DC8EC5EC2}" dt="2026-09-03T08:12:43.547" v="1562" actId="20577"/>
          <ac:spMkLst>
            <pc:docMk/>
            <pc:sldMk cId="2643569662" sldId="269"/>
            <ac:spMk id="8" creationId="{621827CE-67D7-FEB7-13EB-3A49A586D074}"/>
          </ac:spMkLst>
        </pc:spChg>
        <pc:spChg chg="mod">
          <ac:chgData name="Mikkel Stæhr" userId="debb0964-8090-4b39-a7b9-390233ece955" providerId="ADAL" clId="{F594B9FF-CE0B-496F-BF55-B77DC8EC5EC2}" dt="2026-09-03T08:12:31.191" v="1558" actId="6549"/>
          <ac:spMkLst>
            <pc:docMk/>
            <pc:sldMk cId="2643569662" sldId="269"/>
            <ac:spMk id="9" creationId="{BBEB3660-A9AC-8FA0-9A73-B8ABB7794289}"/>
          </ac:spMkLst>
        </pc:spChg>
        <pc:spChg chg="mod">
          <ac:chgData name="Mikkel Stæhr" userId="debb0964-8090-4b39-a7b9-390233ece955" providerId="ADAL" clId="{F594B9FF-CE0B-496F-BF55-B77DC8EC5EC2}" dt="2026-08-05T09:48:37.366" v="1527" actId="14100"/>
          <ac:spMkLst>
            <pc:docMk/>
            <pc:sldMk cId="2643569662" sldId="269"/>
            <ac:spMk id="13" creationId="{ED4577DA-98FC-4B23-47DD-9E5CC1183E45}"/>
          </ac:spMkLst>
        </pc:spChg>
        <pc:spChg chg="mod">
          <ac:chgData name="Mikkel Stæhr" userId="debb0964-8090-4b39-a7b9-390233ece955" providerId="ADAL" clId="{F594B9FF-CE0B-496F-BF55-B77DC8EC5EC2}" dt="2026-09-03T08:12:35.292" v="1560" actId="20577"/>
          <ac:spMkLst>
            <pc:docMk/>
            <pc:sldMk cId="2643569662" sldId="269"/>
            <ac:spMk id="14" creationId="{116F9EA4-1AB5-5A4A-0126-7025D8B9AE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83A684-CFAB-FC4C-B929-0AC9D5094336}" type="datetimeFigureOut">
              <a:rPr lang="en-BE" smtClean="0"/>
              <a:t>09/03/2026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430473A-AFD3-2A46-8D92-E448E06C19D0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697487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sv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svg"/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irs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B16A06-990A-71CF-E0A8-CADFAB9D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002" y="2746310"/>
            <a:ext cx="9789996" cy="1469623"/>
          </a:xfrm>
        </p:spPr>
        <p:txBody>
          <a:bodyPr anchor="b">
            <a:noAutofit/>
          </a:bodyPr>
          <a:lstStyle>
            <a:lvl1pPr algn="l">
              <a:lnSpc>
                <a:spcPts val="3600"/>
              </a:lnSpc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E5908F6-2F2F-6995-F8C9-8B3F216A2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002" y="4361797"/>
            <a:ext cx="9789996" cy="1181502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 dirty="0"/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2FC49DE-DF09-04C5-CC2E-F957E1A7418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01003" y="613453"/>
            <a:ext cx="1774209" cy="1221073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A9D2E612-D6F2-BDBF-B832-963385DF69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7816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B16A06-990A-71CF-E0A8-CADFAB9D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002" y="2746310"/>
            <a:ext cx="9789996" cy="1469623"/>
          </a:xfrm>
        </p:spPr>
        <p:txBody>
          <a:bodyPr anchor="b">
            <a:noAutofit/>
          </a:bodyPr>
          <a:lstStyle>
            <a:lvl1pPr algn="l">
              <a:lnSpc>
                <a:spcPts val="3600"/>
              </a:lnSpc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E5908F6-2F2F-6995-F8C9-8B3F216A2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002" y="4361797"/>
            <a:ext cx="9789996" cy="1181502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BE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A9D2E612-D6F2-BDBF-B832-963385DF69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1552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9789996" cy="236976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9789996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559877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3135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32697-C356-8A78-EF5D-61C5EA3F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239A-F5DB-D340-A690-DCB1E8576159}" type="datetime1">
              <a:rPr lang="en-US" smtClean="0"/>
              <a:t>9/3/2026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6BE6E-1B42-2046-D4DE-4D28502B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C22C1-0055-2509-5F46-3448C598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DA15200-5D9B-0F4C-ABFE-DDC9A5AE437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0779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4648469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4648469" cy="2369765"/>
          </a:xfr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4648469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DC700A-1A0A-A7C4-5B11-59BED016F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7524" y="760413"/>
            <a:ext cx="5784476" cy="4860458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9218910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506" y="759759"/>
            <a:ext cx="3245492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2541494"/>
            <a:ext cx="3245492" cy="236976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506" y="1734962"/>
            <a:ext cx="3245492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6D83B5-645A-4B02-DCEE-73AB85472A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60413"/>
            <a:ext cx="6817658" cy="4860458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287627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4648469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4648469" cy="2369765"/>
          </a:xfr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4648469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DC700A-1A0A-A7C4-5B11-59BED016F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7524" y="0"/>
            <a:ext cx="5784476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B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79645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DD1B3EA9-D74B-704D-A650-68C4E7234C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817659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506" y="759759"/>
            <a:ext cx="3245492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2541494"/>
            <a:ext cx="3245492" cy="2369765"/>
          </a:xfrm>
        </p:spPr>
        <p:txBody>
          <a:bodyPr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503958" y="5942735"/>
            <a:ext cx="266969" cy="468456"/>
          </a:xfrm>
          <a:prstGeom prst="rect">
            <a:avLst/>
          </a:prstGeom>
        </p:spPr>
      </p:pic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506" y="1734962"/>
            <a:ext cx="3245492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83293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B16A06-990A-71CF-E0A8-CADFAB9D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002" y="2746310"/>
            <a:ext cx="9789996" cy="1469623"/>
          </a:xfrm>
        </p:spPr>
        <p:txBody>
          <a:bodyPr anchor="b">
            <a:noAutofit/>
          </a:bodyPr>
          <a:lstStyle>
            <a:lvl1pPr algn="l">
              <a:lnSpc>
                <a:spcPts val="3600"/>
              </a:lnSpc>
              <a:defRPr sz="3200" b="1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E5908F6-2F2F-6995-F8C9-8B3F216A2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002" y="4361797"/>
            <a:ext cx="9789996" cy="1181502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buNone/>
              <a:defRPr sz="21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B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755475-C5C2-949A-3879-9CBC5AE51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535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9789996" cy="2369765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9789996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F2C534-0749-A278-FC3C-EC5B13C25B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06896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2926BEAA-1B9D-8D58-6D29-1CFB4AFB8A7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28077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32697-C356-8A78-EF5D-61C5EA3F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8C239A-F5DB-D340-A690-DCB1E8576159}" type="datetime1">
              <a:rPr lang="en-US" smtClean="0"/>
              <a:t>9/3/2026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6BE6E-1B42-2046-D4DE-4D28502B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C22C1-0055-2509-5F46-3448C598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A14C57B0-2D9D-87FA-ACFF-18BCA518051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214887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4648469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4648469" cy="2369765"/>
          </a:xfr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4648469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DC700A-1A0A-A7C4-5B11-59BED016F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7524" y="760413"/>
            <a:ext cx="5784476" cy="4860458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845A45B-815E-FF51-9F5E-6E3B56DABCA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74311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506" y="759759"/>
            <a:ext cx="3245492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2541494"/>
            <a:ext cx="3245492" cy="2369765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506" y="1734962"/>
            <a:ext cx="3245492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6D83B5-645A-4B02-DCEE-73AB85472A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60413"/>
            <a:ext cx="6817658" cy="4860458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94A97BDE-55C9-3E04-8BA0-9C5B239BD77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35206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4648469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4648469" cy="2369765"/>
          </a:xfr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4648469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DC700A-1A0A-A7C4-5B11-59BED016F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7524" y="0"/>
            <a:ext cx="5784476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619406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DD1B3EA9-D74B-704D-A650-68C4E7234C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817659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506" y="759759"/>
            <a:ext cx="3245492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2541494"/>
            <a:ext cx="3245492" cy="2369765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506" y="1734962"/>
            <a:ext cx="3245492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B063C1D9-A98A-2988-7801-6E1C2461B70D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926595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 dirty="0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E9B16A06-990A-71CF-E0A8-CADFAB9DFB5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002" y="2746310"/>
            <a:ext cx="9789996" cy="1469623"/>
          </a:xfrm>
        </p:spPr>
        <p:txBody>
          <a:bodyPr anchor="b">
            <a:noAutofit/>
          </a:bodyPr>
          <a:lstStyle>
            <a:lvl1pPr algn="l">
              <a:lnSpc>
                <a:spcPts val="3600"/>
              </a:lnSpc>
              <a:defRPr sz="3200" b="1">
                <a:solidFill>
                  <a:srgbClr val="1F2C4E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E5908F6-2F2F-6995-F8C9-8B3F216A24A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01002" y="4361797"/>
            <a:ext cx="9789996" cy="1181502"/>
          </a:xfrm>
        </p:spPr>
        <p:txBody>
          <a:bodyPr>
            <a:noAutofit/>
          </a:bodyPr>
          <a:lstStyle>
            <a:lvl1pPr marL="0" indent="0" algn="l">
              <a:lnSpc>
                <a:spcPts val="2400"/>
              </a:lnSpc>
              <a:buNone/>
              <a:defRPr sz="2100">
                <a:solidFill>
                  <a:srgbClr val="0075BB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BE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1755475-C5C2-949A-3879-9CBC5AE517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9618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9789996" cy="2369765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9789996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>
                <a:solidFill>
                  <a:srgbClr val="0075BB"/>
                </a:solidFill>
              </a:defRPr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70900DA-4562-C30D-2D23-EBAF53C54E7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0FC43C47-FF3E-B54A-67EC-C1A957E0853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201003" y="5103111"/>
            <a:ext cx="1730265" cy="404581"/>
          </a:xfrm>
          <a:solidFill>
            <a:srgbClr val="E80090"/>
          </a:solidFill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400" cap="all" spc="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49949959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2B1C169F-A685-91DF-3FC2-6225AE81E384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214731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832697-C356-8A78-EF5D-61C5EA3F99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388C239A-F5DB-D340-A690-DCB1E8576159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2E6BE6E-1B42-2046-D4DE-4D28502BAC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3C22C1-0055-2509-5F46-3448C5981B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6DB261CF-8B2E-B8FC-75AB-06FDE1ED124F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382840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4648469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4648469" cy="2369765"/>
          </a:xfr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4648469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>
                <a:solidFill>
                  <a:srgbClr val="0075BB"/>
                </a:solidFill>
              </a:defRPr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DC700A-1A0A-A7C4-5B11-59BED016F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7524" y="760413"/>
            <a:ext cx="5784476" cy="4860458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832B498-B756-BD53-F307-F9B48B79058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FBAC860B-D66A-40D4-4614-344EA59D1C26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201003" y="5216290"/>
            <a:ext cx="1730265" cy="404581"/>
          </a:xfrm>
          <a:solidFill>
            <a:srgbClr val="E80090"/>
          </a:solidFill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cap="all" spc="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421660310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lef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506" y="759759"/>
            <a:ext cx="3245492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2541494"/>
            <a:ext cx="3245492" cy="2369765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506" y="1734962"/>
            <a:ext cx="3245492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006D83B5-645A-4B02-DCEE-73AB85472AB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760413"/>
            <a:ext cx="6817658" cy="4860458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EEE255F4-A40E-4E68-A9E2-AB1642BF3F2C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3271E39D-F7AB-DC8B-07A7-A2B9F766563E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745506" y="5198820"/>
            <a:ext cx="1730265" cy="404581"/>
          </a:xfrm>
          <a:solidFill>
            <a:srgbClr val="E80090"/>
          </a:solidFill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400" cap="all" spc="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2595552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righ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4648469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1002" y="2541494"/>
            <a:ext cx="4648469" cy="2369765"/>
          </a:xfrm>
        </p:spPr>
        <p:txBody>
          <a:bodyPr>
            <a:noAutofit/>
          </a:bodyPr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144077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4648469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>
                <a:solidFill>
                  <a:srgbClr val="0075BB"/>
                </a:solidFill>
              </a:defRPr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53DC700A-1A0A-A7C4-5B11-59BED016F13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407524" y="0"/>
            <a:ext cx="5784476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AF419B27-BFAF-35F2-1E16-126B5FD3683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322DD662-240D-9367-44E5-9558C859FBA8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1201003" y="5103111"/>
            <a:ext cx="1730265" cy="404581"/>
          </a:xfrm>
          <a:solidFill>
            <a:srgbClr val="E80090"/>
          </a:solidFill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400" cap="all" spc="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281904726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, text and picture lef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8">
            <a:extLst>
              <a:ext uri="{FF2B5EF4-FFF2-40B4-BE49-F238E27FC236}">
                <a16:creationId xmlns:a16="http://schemas.microsoft.com/office/drawing/2014/main" id="{DD1B3EA9-D74B-704D-A650-68C4E7234C5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0"/>
            <a:ext cx="6817659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5506" y="759759"/>
            <a:ext cx="3245492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2E0811-F1C7-2D94-1D56-D59840F2EC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745506" y="2541494"/>
            <a:ext cx="3245492" cy="2369765"/>
          </a:xfrm>
        </p:spPr>
        <p:txBody>
          <a:bodyPr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745506" y="1734962"/>
            <a:ext cx="3245492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>
                <a:solidFill>
                  <a:srgbClr val="0075BB"/>
                </a:solidFill>
              </a:defRPr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B7868928-4340-9D6F-3E93-22534C59699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8" cy="46845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AE2D9A2E-84D1-6D1C-2CA0-F942551669E3}"/>
              </a:ext>
            </a:extLst>
          </p:cNvPr>
          <p:cNvCxnSpPr>
            <a:cxnSpLocks/>
          </p:cNvCxnSpPr>
          <p:nvPr userDrawn="1"/>
        </p:nvCxnSpPr>
        <p:spPr>
          <a:xfrm>
            <a:off x="1958453" y="6289653"/>
            <a:ext cx="0" cy="129653"/>
          </a:xfrm>
          <a:prstGeom prst="line">
            <a:avLst/>
          </a:prstGeom>
          <a:ln w="889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D7031EB1-C631-6E65-94F8-B8A7BA9CD6C0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7745506" y="5103111"/>
            <a:ext cx="1730265" cy="404581"/>
          </a:xfrm>
          <a:solidFill>
            <a:srgbClr val="E80090"/>
          </a:solidFill>
        </p:spPr>
        <p:txBody>
          <a:bodyPr anchor="ctr" anchorCtr="0">
            <a:noAutofit/>
          </a:bodyPr>
          <a:lstStyle>
            <a:lvl1pPr marL="0" indent="0" algn="ctr">
              <a:buFontTx/>
              <a:buNone/>
              <a:defRPr sz="1400" cap="all" spc="3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en-GB" dirty="0"/>
              <a:t>Click</a:t>
            </a:r>
          </a:p>
        </p:txBody>
      </p:sp>
    </p:spTree>
    <p:extLst>
      <p:ext uri="{BB962C8B-B14F-4D97-AF65-F5344CB8AC3E}">
        <p14:creationId xmlns:p14="http://schemas.microsoft.com/office/powerpoint/2010/main" val="5787777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subtitle and bulletpoi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8">
            <a:extLst>
              <a:ext uri="{FF2B5EF4-FFF2-40B4-BE49-F238E27FC236}">
                <a16:creationId xmlns:a16="http://schemas.microsoft.com/office/drawing/2014/main" id="{32626966-EDA2-11CF-9F09-3B209C4AC0B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 anchor="ctr" anchorCtr="0"/>
          <a:lstStyle>
            <a:lvl1pPr marL="0" indent="0" algn="ctr">
              <a:buFontTx/>
              <a:buNone/>
              <a:defRPr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BE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6E1CAD-D8CA-2493-8B2C-CC528DAFB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759759"/>
            <a:ext cx="9789996" cy="930929"/>
          </a:xfrm>
        </p:spPr>
        <p:txBody>
          <a:bodyPr anchor="t" anchorCtr="0">
            <a:noAutofit/>
          </a:bodyPr>
          <a:lstStyle>
            <a:lvl1pPr>
              <a:lnSpc>
                <a:spcPts val="3600"/>
              </a:lnSpc>
              <a:defRPr sz="3200" b="1"/>
            </a:lvl1pPr>
          </a:lstStyle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F80E40-2958-8364-9D33-7FA60F4A6D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B1EE9D-2FAD-ABF0-8232-EED490C14E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UBS Presentation</a:t>
            </a:r>
            <a:endParaRPr lang="en-B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C6A3A0-309E-71D8-A9A6-6D824D749B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t>‹#›</a:t>
            </a:fld>
            <a:endParaRPr lang="en-BE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C57704F4-0DE4-FD91-08EF-93A3436A96A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201002" y="1734962"/>
            <a:ext cx="9789996" cy="624997"/>
          </a:xfrm>
        </p:spPr>
        <p:txBody>
          <a:bodyPr>
            <a:noAutofit/>
          </a:bodyPr>
          <a:lstStyle>
            <a:lvl1pPr marL="0" indent="0">
              <a:lnSpc>
                <a:spcPts val="2100"/>
              </a:lnSpc>
              <a:buFontTx/>
              <a:buNone/>
              <a:defRPr sz="1800"/>
            </a:lvl1pPr>
            <a:lvl2pPr marL="144000" indent="0">
              <a:buFontTx/>
              <a:buNone/>
              <a:defRPr/>
            </a:lvl2pPr>
            <a:lvl3pPr marL="468000" indent="0">
              <a:buFontTx/>
              <a:buNone/>
              <a:defRPr/>
            </a:lvl3pPr>
            <a:lvl4pPr marL="648000" indent="0">
              <a:buFontTx/>
              <a:buNone/>
              <a:defRPr/>
            </a:lvl4pPr>
            <a:lvl5pPr marL="828000" indent="0">
              <a:buFontTx/>
              <a:buNone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CDF2C534-0749-A278-FC3C-EC5B13C25B31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/>
        </p:blipFill>
        <p:spPr>
          <a:xfrm>
            <a:off x="11503958" y="5942735"/>
            <a:ext cx="266969" cy="468455"/>
          </a:xfrm>
          <a:prstGeom prst="rect">
            <a:avLst/>
          </a:prstGeom>
        </p:spPr>
      </p:pic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B9217E2-F4BF-D26F-868E-9B203BA585CF}"/>
              </a:ext>
            </a:extLst>
          </p:cNvPr>
          <p:cNvCxnSpPr>
            <a:cxnSpLocks/>
          </p:cNvCxnSpPr>
          <p:nvPr userDrawn="1"/>
        </p:nvCxnSpPr>
        <p:spPr>
          <a:xfrm>
            <a:off x="1958453" y="6289653"/>
            <a:ext cx="0" cy="129653"/>
          </a:xfrm>
          <a:prstGeom prst="line">
            <a:avLst/>
          </a:prstGeom>
          <a:ln w="889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412167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jpe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4.xml"/><Relationship Id="rId10" Type="http://schemas.openxmlformats.org/officeDocument/2006/relationships/image" Target="../media/image5.jpeg"/><Relationship Id="rId4" Type="http://schemas.openxmlformats.org/officeDocument/2006/relationships/slideLayout" Target="../slideLayouts/slideLayout13.xml"/><Relationship Id="rId9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2" Type="http://schemas.openxmlformats.org/officeDocument/2006/relationships/slideLayout" Target="../slideLayouts/slideLayout19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2.xml"/><Relationship Id="rId10" Type="http://schemas.openxmlformats.org/officeDocument/2006/relationships/image" Target="../media/image6.jpeg"/><Relationship Id="rId4" Type="http://schemas.openxmlformats.org/officeDocument/2006/relationships/slideLayout" Target="../slideLayouts/slideLayout21.xml"/><Relationship Id="rId9" Type="http://schemas.openxmlformats.org/officeDocument/2006/relationships/theme" Target="../theme/theme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1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34764-59E2-54A9-707B-6CC19A42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365125"/>
            <a:ext cx="9789996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14483-6B86-4ED7-64DD-2EE020AE1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002" y="1825625"/>
            <a:ext cx="9789996" cy="396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  <a:br>
              <a:rPr lang="en-GB" dirty="0"/>
            </a:br>
            <a:r>
              <a:rPr lang="en-GB" dirty="0" err="1"/>
              <a:t>qmsfjersf</a:t>
            </a:r>
            <a:endParaRPr lang="en-GB" dirty="0"/>
          </a:p>
          <a:p>
            <a:pPr lvl="1"/>
            <a:r>
              <a:rPr lang="en-GB" dirty="0"/>
              <a:t>Second level</a:t>
            </a:r>
            <a:br>
              <a:rPr lang="en-GB" dirty="0"/>
            </a:br>
            <a:r>
              <a:rPr lang="en-GB" dirty="0" err="1"/>
              <a:t>qcsfs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E1B1-148A-849F-F8FD-60FC033A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01002" y="6176963"/>
            <a:ext cx="75176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fld id="{B4EC0C0F-BA8A-CB49-8550-1C62687359ED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EC14-8124-1C39-15D6-17E618EB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0976" y="6176963"/>
            <a:ext cx="873001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r>
              <a:rPr lang="en-GB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BF15-CC88-B711-2C09-AA9A42B81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4" y="6176963"/>
            <a:ext cx="57206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84A229-D99D-FD28-572F-5A1D8C212433}"/>
              </a:ext>
            </a:extLst>
          </p:cNvPr>
          <p:cNvCxnSpPr>
            <a:cxnSpLocks/>
          </p:cNvCxnSpPr>
          <p:nvPr userDrawn="1"/>
        </p:nvCxnSpPr>
        <p:spPr>
          <a:xfrm>
            <a:off x="1958453" y="6289653"/>
            <a:ext cx="0" cy="129653"/>
          </a:xfrm>
          <a:prstGeom prst="line">
            <a:avLst/>
          </a:prstGeom>
          <a:ln w="889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49560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61" r:id="rId2"/>
    <p:sldLayoutId id="2147483660" r:id="rId3"/>
    <p:sldLayoutId id="2147483662" r:id="rId4"/>
    <p:sldLayoutId id="2147483655" r:id="rId5"/>
    <p:sldLayoutId id="2147483664" r:id="rId6"/>
    <p:sldLayoutId id="2147483668" r:id="rId7"/>
    <p:sldLayoutId id="2147483665" r:id="rId8"/>
    <p:sldLayoutId id="2147483667" r:id="rId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Nunito Sans 12pt Normal" pitchFamily="2" charset="77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ts val="2000"/>
        </a:lnSpc>
        <a:spcBef>
          <a:spcPts val="1000"/>
        </a:spcBef>
        <a:buClr>
          <a:srgbClr val="7FBE42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1pPr>
      <a:lvl2pPr marL="288000" indent="-144000" algn="l" defTabSz="914400" rtl="0" eaLnBrk="1" latinLnBrk="0" hangingPunct="1">
        <a:lnSpc>
          <a:spcPts val="1700"/>
        </a:lnSpc>
        <a:spcBef>
          <a:spcPts val="500"/>
        </a:spcBef>
        <a:buClr>
          <a:srgbClr val="7FBE42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2pPr>
      <a:lvl3pPr marL="64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3pPr>
      <a:lvl4pPr marL="82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4pPr>
      <a:lvl5pPr marL="100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34764-59E2-54A9-707B-6CC19A42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365125"/>
            <a:ext cx="9789996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14483-6B86-4ED7-64DD-2EE020AE1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002" y="1825625"/>
            <a:ext cx="9789996" cy="396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  <a:br>
              <a:rPr lang="en-GB" dirty="0"/>
            </a:br>
            <a:r>
              <a:rPr lang="en-GB" dirty="0" err="1"/>
              <a:t>qmsfjersf</a:t>
            </a:r>
            <a:endParaRPr lang="en-GB" dirty="0"/>
          </a:p>
          <a:p>
            <a:pPr lvl="1"/>
            <a:r>
              <a:rPr lang="en-GB" dirty="0"/>
              <a:t>Second level</a:t>
            </a:r>
            <a:br>
              <a:rPr lang="en-GB" dirty="0"/>
            </a:br>
            <a:r>
              <a:rPr lang="en-GB" dirty="0" err="1"/>
              <a:t>qcsfs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E1B1-148A-849F-F8FD-60FC033A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01002" y="6176963"/>
            <a:ext cx="75176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fld id="{B4EC0C0F-BA8A-CB49-8550-1C62687359ED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EC14-8124-1C39-15D6-17E618EB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0976" y="6176963"/>
            <a:ext cx="873001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r>
              <a:rPr lang="en-GB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BF15-CC88-B711-2C09-AA9A42B81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4" y="6176963"/>
            <a:ext cx="57206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84A229-D99D-FD28-572F-5A1D8C212433}"/>
              </a:ext>
            </a:extLst>
          </p:cNvPr>
          <p:cNvCxnSpPr>
            <a:cxnSpLocks/>
          </p:cNvCxnSpPr>
          <p:nvPr userDrawn="1"/>
        </p:nvCxnSpPr>
        <p:spPr>
          <a:xfrm>
            <a:off x="1958453" y="6289653"/>
            <a:ext cx="0" cy="129653"/>
          </a:xfrm>
          <a:prstGeom prst="line">
            <a:avLst/>
          </a:prstGeom>
          <a:ln w="889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788858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  <p:sldLayoutId id="2147483674" r:id="rId4"/>
    <p:sldLayoutId id="2147483675" r:id="rId5"/>
    <p:sldLayoutId id="2147483676" r:id="rId6"/>
    <p:sldLayoutId id="2147483677" r:id="rId7"/>
    <p:sldLayoutId id="2147483678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Nunito Sans 12pt Normal" pitchFamily="2" charset="77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ts val="2000"/>
        </a:lnSpc>
        <a:spcBef>
          <a:spcPts val="1000"/>
        </a:spcBef>
        <a:buClr>
          <a:schemeClr val="bg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1pPr>
      <a:lvl2pPr marL="288000" indent="-144000" algn="l" defTabSz="914400" rtl="0" eaLnBrk="1" latinLnBrk="0" hangingPunct="1">
        <a:lnSpc>
          <a:spcPts val="17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2pPr>
      <a:lvl3pPr marL="64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3pPr>
      <a:lvl4pPr marL="82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4pPr>
      <a:lvl5pPr marL="100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0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34764-59E2-54A9-707B-6CC19A42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365125"/>
            <a:ext cx="9789996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14483-6B86-4ED7-64DD-2EE020AE1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002" y="1825625"/>
            <a:ext cx="9789996" cy="396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  <a:br>
              <a:rPr lang="en-GB" dirty="0"/>
            </a:br>
            <a:r>
              <a:rPr lang="en-GB" dirty="0" err="1"/>
              <a:t>qmsfjersf</a:t>
            </a:r>
            <a:endParaRPr lang="en-GB" dirty="0"/>
          </a:p>
          <a:p>
            <a:pPr lvl="1"/>
            <a:r>
              <a:rPr lang="en-GB" dirty="0"/>
              <a:t>Second level</a:t>
            </a:r>
            <a:br>
              <a:rPr lang="en-GB" dirty="0"/>
            </a:br>
            <a:r>
              <a:rPr lang="en-GB" dirty="0" err="1"/>
              <a:t>qcsfs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E1B1-148A-849F-F8FD-60FC033A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01002" y="6176963"/>
            <a:ext cx="75176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rgbClr val="144077"/>
                </a:solidFill>
                <a:latin typeface="Nunito Sans 12pt Normal" pitchFamily="2" charset="77"/>
              </a:defRPr>
            </a:lvl1pPr>
          </a:lstStyle>
          <a:p>
            <a:fld id="{B4EC0C0F-BA8A-CB49-8550-1C62687359ED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EC14-8124-1C39-15D6-17E618EB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0976" y="6176963"/>
            <a:ext cx="873001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rgbClr val="144077"/>
                </a:solidFill>
                <a:latin typeface="Nunito Sans 12pt Normal" pitchFamily="2" charset="77"/>
              </a:defRPr>
            </a:lvl1pPr>
          </a:lstStyle>
          <a:p>
            <a:r>
              <a:rPr lang="en-GB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BF15-CC88-B711-2C09-AA9A42B81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4" y="6176963"/>
            <a:ext cx="57206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cap="all" baseline="0">
                <a:solidFill>
                  <a:srgbClr val="144077"/>
                </a:solidFill>
                <a:latin typeface="Nunito Sans 12pt Normal" pitchFamily="2" charset="77"/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584A229-D99D-FD28-572F-5A1D8C212433}"/>
              </a:ext>
            </a:extLst>
          </p:cNvPr>
          <p:cNvCxnSpPr>
            <a:cxnSpLocks/>
          </p:cNvCxnSpPr>
          <p:nvPr userDrawn="1"/>
        </p:nvCxnSpPr>
        <p:spPr>
          <a:xfrm>
            <a:off x="1958453" y="6289653"/>
            <a:ext cx="0" cy="129653"/>
          </a:xfrm>
          <a:prstGeom prst="line">
            <a:avLst/>
          </a:prstGeom>
          <a:ln w="8890">
            <a:solidFill>
              <a:srgbClr val="14407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2409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0" r:id="rId1"/>
    <p:sldLayoutId id="2147483681" r:id="rId2"/>
    <p:sldLayoutId id="2147483682" r:id="rId3"/>
    <p:sldLayoutId id="2147483683" r:id="rId4"/>
    <p:sldLayoutId id="2147483684" r:id="rId5"/>
    <p:sldLayoutId id="2147483685" r:id="rId6"/>
    <p:sldLayoutId id="2147483686" r:id="rId7"/>
    <p:sldLayoutId id="2147483687" r:id="rId8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1F2C4E"/>
          </a:solidFill>
          <a:latin typeface="Nunito Sans 12pt Normal" pitchFamily="2" charset="77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ts val="2000"/>
        </a:lnSpc>
        <a:spcBef>
          <a:spcPts val="1000"/>
        </a:spcBef>
        <a:buClr>
          <a:srgbClr val="7FBE4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Nunito Sans 12pt Normal" pitchFamily="2" charset="77"/>
          <a:ea typeface="+mn-ea"/>
          <a:cs typeface="+mn-cs"/>
        </a:defRPr>
      </a:lvl1pPr>
      <a:lvl2pPr marL="288000" indent="-144000" algn="l" defTabSz="914400" rtl="0" eaLnBrk="1" latinLnBrk="0" hangingPunct="1">
        <a:lnSpc>
          <a:spcPts val="1700"/>
        </a:lnSpc>
        <a:spcBef>
          <a:spcPts val="500"/>
        </a:spcBef>
        <a:buClr>
          <a:srgbClr val="7FBE42"/>
        </a:buClr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Nunito Sans 12pt Normal" pitchFamily="2" charset="77"/>
          <a:ea typeface="+mn-ea"/>
          <a:cs typeface="+mn-cs"/>
        </a:defRPr>
      </a:lvl2pPr>
      <a:lvl3pPr marL="64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3pPr>
      <a:lvl4pPr marL="82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4pPr>
      <a:lvl5pPr marL="100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>
            <a:lumMod val="5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A734764-59E2-54A9-707B-6CC19A4278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01002" y="365125"/>
            <a:ext cx="9789996" cy="1325563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GB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B14483-6B86-4ED7-64DD-2EE020AE1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01002" y="1825625"/>
            <a:ext cx="9789996" cy="396333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  <a:br>
              <a:rPr lang="en-GB" dirty="0"/>
            </a:br>
            <a:r>
              <a:rPr lang="en-GB" dirty="0" err="1"/>
              <a:t>qmsfjersf</a:t>
            </a:r>
            <a:endParaRPr lang="en-GB" dirty="0"/>
          </a:p>
          <a:p>
            <a:pPr lvl="1"/>
            <a:r>
              <a:rPr lang="en-GB" dirty="0"/>
              <a:t>Second level</a:t>
            </a:r>
            <a:br>
              <a:rPr lang="en-GB" dirty="0"/>
            </a:br>
            <a:r>
              <a:rPr lang="en-GB" dirty="0" err="1"/>
              <a:t>qcsfs</a:t>
            </a:r>
            <a:endParaRPr lang="en-GB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FFE1B1-148A-849F-F8FD-60FC033A9F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201002" y="6176963"/>
            <a:ext cx="751764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fld id="{B4EC0C0F-BA8A-CB49-8550-1C62687359ED}" type="datetime1">
              <a:rPr lang="en-US" smtClean="0"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E2EC14-8124-1C39-15D6-17E618EB0AD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60976" y="6176963"/>
            <a:ext cx="8730017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r>
              <a:rPr lang="en-GB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15BF15-CC88-B711-2C09-AA9A42B81C5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18364" y="6176963"/>
            <a:ext cx="572069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r">
              <a:defRPr sz="1000" cap="all" baseline="0">
                <a:solidFill>
                  <a:schemeClr val="bg1"/>
                </a:solidFill>
                <a:latin typeface="Nunito Sans 12pt Normal" pitchFamily="2" charset="77"/>
              </a:defRPr>
            </a:lvl1pPr>
          </a:lstStyle>
          <a:p>
            <a:fld id="{5DBC14A1-5478-3B4A-B349-DED9979A1615}" type="slidenum">
              <a:rPr lang="en-BE" smtClean="0"/>
              <a:pPr/>
              <a:t>‹#›</a:t>
            </a:fld>
            <a:endParaRPr lang="en-BE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4FC72BE-EB11-3864-D46D-CF31AACC413C}"/>
              </a:ext>
            </a:extLst>
          </p:cNvPr>
          <p:cNvCxnSpPr>
            <a:cxnSpLocks/>
          </p:cNvCxnSpPr>
          <p:nvPr userDrawn="1"/>
        </p:nvCxnSpPr>
        <p:spPr>
          <a:xfrm>
            <a:off x="1958453" y="6289653"/>
            <a:ext cx="0" cy="129653"/>
          </a:xfrm>
          <a:prstGeom prst="line">
            <a:avLst/>
          </a:prstGeom>
          <a:ln w="8890"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7745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Nunito Sans 12pt Normal" pitchFamily="2" charset="77"/>
          <a:ea typeface="+mj-ea"/>
          <a:cs typeface="+mj-cs"/>
        </a:defRPr>
      </a:lvl1pPr>
    </p:titleStyle>
    <p:bodyStyle>
      <a:lvl1pPr marL="144000" indent="-144000" algn="l" defTabSz="914400" rtl="0" eaLnBrk="1" latinLnBrk="0" hangingPunct="1">
        <a:lnSpc>
          <a:spcPts val="2000"/>
        </a:lnSpc>
        <a:spcBef>
          <a:spcPts val="1000"/>
        </a:spcBef>
        <a:buClr>
          <a:schemeClr val="bg1"/>
        </a:buClr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1pPr>
      <a:lvl2pPr marL="288000" indent="-144000" algn="l" defTabSz="914400" rtl="0" eaLnBrk="1" latinLnBrk="0" hangingPunct="1">
        <a:lnSpc>
          <a:spcPts val="1700"/>
        </a:lnSpc>
        <a:spcBef>
          <a:spcPts val="500"/>
        </a:spcBef>
        <a:buClr>
          <a:schemeClr val="bg1"/>
        </a:buClr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2pPr>
      <a:lvl3pPr marL="64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3pPr>
      <a:lvl4pPr marL="82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4pPr>
      <a:lvl5pPr marL="1008000" indent="-1800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Nunito Sans 12pt Normal" pitchFamily="2" charset="77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77EA04-DFFA-F638-8082-D06EEA6470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3DC3B-5C1B-B97E-E390-CDB1208227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UBS PRESENTATION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169382-24A2-5A49-7AC5-5E55E082EA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pPr/>
              <a:t>1</a:t>
            </a:fld>
            <a:endParaRPr lang="en-BE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72CA6E7A-0D6F-8F3D-801A-F81C3EAC5C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IT Small enhancement - template</a:t>
            </a:r>
          </a:p>
        </p:txBody>
      </p:sp>
      <p:sp>
        <p:nvSpPr>
          <p:cNvPr id="10" name="Subtitle 9">
            <a:extLst>
              <a:ext uri="{FF2B5EF4-FFF2-40B4-BE49-F238E27FC236}">
                <a16:creationId xmlns:a16="http://schemas.microsoft.com/office/drawing/2014/main" id="{778608C1-074D-7FD9-35B7-F73C050E866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786112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8DA76-D073-5237-7294-3676B82D7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5496" y="138577"/>
            <a:ext cx="10128404" cy="930929"/>
          </a:xfrm>
        </p:spPr>
        <p:txBody>
          <a:bodyPr/>
          <a:lstStyle/>
          <a:p>
            <a:endParaRPr lang="en-BE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D919B82-B9C5-E73B-41B2-681711CA46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12384-93F9-2348-A32A-7294475220EF}" type="datetime1">
              <a:rPr lang="en-US" smtClean="0"/>
              <a:pPr/>
              <a:t>9/3/2026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F81484C-1E5C-59A3-289E-45C69347E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dirty="0"/>
              <a:t>UBS PRESENTATION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536A322-F140-EEEB-C92C-A2FFF7A22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BC14A1-5478-3B4A-B349-DED9979A1615}" type="slidenum">
              <a:rPr lang="en-BE" smtClean="0"/>
              <a:pPr/>
              <a:t>2</a:t>
            </a:fld>
            <a:endParaRPr lang="en-BE"/>
          </a:p>
        </p:txBody>
      </p:sp>
      <p:sp>
        <p:nvSpPr>
          <p:cNvPr id="7" name="Textfeld 3">
            <a:extLst>
              <a:ext uri="{FF2B5EF4-FFF2-40B4-BE49-F238E27FC236}">
                <a16:creationId xmlns:a16="http://schemas.microsoft.com/office/drawing/2014/main" id="{0E074532-6DB8-E4B1-CC48-6EFC02C00492}"/>
              </a:ext>
            </a:extLst>
          </p:cNvPr>
          <p:cNvSpPr txBox="1"/>
          <p:nvPr/>
        </p:nvSpPr>
        <p:spPr>
          <a:xfrm>
            <a:off x="575493" y="5204856"/>
            <a:ext cx="5520504" cy="690447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2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Deliverables:</a:t>
            </a: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indent="-285750">
              <a:buFont typeface="+mj-lt"/>
              <a:buAutoNum type="arabicPeriod"/>
              <a:defRPr/>
            </a:pPr>
            <a:r>
              <a:rPr lang="en-GB" sz="1000" dirty="0">
                <a:solidFill>
                  <a:srgbClr val="BB2F60"/>
                </a:solidFill>
                <a:latin typeface="Calibri"/>
              </a:rPr>
              <a:t>	</a:t>
            </a:r>
            <a:r>
              <a:rPr lang="en-GB" sz="1050" dirty="0">
                <a:solidFill>
                  <a:srgbClr val="BB2F60"/>
                </a:solidFill>
                <a:latin typeface="Calibri"/>
              </a:rPr>
              <a:t>	</a:t>
            </a:r>
            <a:r>
              <a:rPr lang="en-GB" sz="1200" dirty="0">
                <a:solidFill>
                  <a:srgbClr val="BB2F60"/>
                </a:solidFill>
                <a:latin typeface="Calibri"/>
              </a:rPr>
              <a:t>	</a:t>
            </a: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20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4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extfeld 6">
            <a:extLst>
              <a:ext uri="{FF2B5EF4-FFF2-40B4-BE49-F238E27FC236}">
                <a16:creationId xmlns:a16="http://schemas.microsoft.com/office/drawing/2014/main" id="{621827CE-67D7-FEB7-13EB-3A49A586D074}"/>
              </a:ext>
            </a:extLst>
          </p:cNvPr>
          <p:cNvSpPr txBox="1"/>
          <p:nvPr/>
        </p:nvSpPr>
        <p:spPr>
          <a:xfrm>
            <a:off x="6096000" y="759711"/>
            <a:ext cx="5203200" cy="56192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u="sng" dirty="0">
                <a:solidFill>
                  <a:srgbClr val="003E53"/>
                </a:solidFill>
                <a:latin typeface="Calibri"/>
              </a:rPr>
              <a:t>Requested by:	</a:t>
            </a:r>
            <a:r>
              <a:rPr lang="en-GB" sz="1200">
                <a:solidFill>
                  <a:srgbClr val="003E53"/>
                </a:solidFill>
                <a:latin typeface="Calibri"/>
              </a:rPr>
              <a:t> </a:t>
            </a:r>
            <a:r>
              <a:rPr lang="en-GB" sz="1200" dirty="0">
                <a:solidFill>
                  <a:srgbClr val="003E53"/>
                </a:solidFill>
                <a:latin typeface="Calibri"/>
              </a:rPr>
              <a:t>	</a:t>
            </a:r>
            <a:r>
              <a:rPr lang="en-GB" sz="1200" b="1" u="sng" dirty="0">
                <a:solidFill>
                  <a:srgbClr val="003E53"/>
                </a:solidFill>
                <a:latin typeface="Calibri"/>
              </a:rPr>
              <a:t>Department:</a:t>
            </a:r>
            <a:r>
              <a:rPr lang="en-GB" sz="1200" dirty="0">
                <a:solidFill>
                  <a:srgbClr val="003E53"/>
                </a:solidFill>
                <a:latin typeface="Calibri"/>
              </a:rPr>
              <a:t> </a:t>
            </a:r>
            <a:r>
              <a:rPr lang="en-US" sz="1200" dirty="0">
                <a:solidFill>
                  <a:srgbClr val="BB2F60"/>
                </a:solidFill>
                <a:latin typeface="Calibri"/>
              </a:rPr>
              <a:t>production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1200" b="1" u="sng" dirty="0">
                <a:solidFill>
                  <a:srgbClr val="003E53"/>
                </a:solidFill>
                <a:latin typeface="Calibri"/>
              </a:rPr>
              <a:t>Date Requested:</a:t>
            </a:r>
            <a:endParaRPr kumimoji="0" lang="en-GB" sz="1200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200" dirty="0">
              <a:solidFill>
                <a:srgbClr val="003E53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sng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9" name="Textfeld 10">
            <a:extLst>
              <a:ext uri="{FF2B5EF4-FFF2-40B4-BE49-F238E27FC236}">
                <a16:creationId xmlns:a16="http://schemas.microsoft.com/office/drawing/2014/main" id="{BBEB3660-A9AC-8FA0-9A73-B8ABB7794289}"/>
              </a:ext>
            </a:extLst>
          </p:cNvPr>
          <p:cNvSpPr txBox="1"/>
          <p:nvPr/>
        </p:nvSpPr>
        <p:spPr>
          <a:xfrm>
            <a:off x="575496" y="759712"/>
            <a:ext cx="5520504" cy="39928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r>
              <a:rPr kumimoji="0" lang="en-GB" sz="12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</a:t>
            </a:r>
            <a:r>
              <a:rPr lang="en-GB" sz="1200" b="1" u="sng" dirty="0" err="1">
                <a:solidFill>
                  <a:srgbClr val="003E53"/>
                </a:solidFill>
                <a:latin typeface="Calibri"/>
              </a:rPr>
              <a:t>urpose</a:t>
            </a:r>
            <a:r>
              <a:rPr lang="en-GB" sz="1200" b="1" u="sng" dirty="0">
                <a:solidFill>
                  <a:srgbClr val="003E53"/>
                </a:solidFill>
                <a:latin typeface="Calibri"/>
              </a:rPr>
              <a:t>/Problem</a:t>
            </a:r>
            <a:r>
              <a:rPr kumimoji="0" lang="en-GB" sz="12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  <a:br>
              <a:rPr lang="en-US" sz="1000" dirty="0"/>
            </a:br>
            <a:endParaRPr lang="en-US" sz="1000" dirty="0">
              <a:solidFill>
                <a:srgbClr val="BB2F60"/>
              </a:solidFill>
              <a:latin typeface="Calibri"/>
            </a:endParaRPr>
          </a:p>
          <a:p>
            <a:endParaRPr lang="en-US" sz="1050" dirty="0">
              <a:solidFill>
                <a:srgbClr val="003E53"/>
              </a:solidFill>
              <a:latin typeface="Calibri"/>
            </a:endParaRPr>
          </a:p>
          <a:p>
            <a:pPr algn="just">
              <a:defRPr/>
            </a:pPr>
            <a:r>
              <a:rPr lang="en-GB" sz="1200" b="1" u="sng" dirty="0">
                <a:solidFill>
                  <a:srgbClr val="003E53"/>
                </a:solidFill>
                <a:latin typeface="Calibri"/>
              </a:rPr>
              <a:t>Expected outcome:</a:t>
            </a:r>
            <a:endParaRPr kumimoji="0" lang="en-US" sz="10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>
              <a:defRPr/>
            </a:pPr>
            <a:endParaRPr lang="en-US" sz="1000" dirty="0">
              <a:solidFill>
                <a:srgbClr val="BB2F60"/>
              </a:solidFill>
              <a:latin typeface="Calibri"/>
            </a:endParaRPr>
          </a:p>
          <a:p>
            <a:pPr algn="just">
              <a:defRPr/>
            </a:pPr>
            <a:r>
              <a:rPr lang="en-GB" sz="1200" b="1" u="sng" dirty="0">
                <a:solidFill>
                  <a:srgbClr val="003E53"/>
                </a:solidFill>
                <a:latin typeface="Calibri"/>
              </a:rPr>
              <a:t>Link to Strategy:</a:t>
            </a:r>
          </a:p>
          <a:p>
            <a:pPr lvl="0" algn="just">
              <a:defRPr/>
            </a:pPr>
            <a:endParaRPr lang="en-US" sz="1000" dirty="0">
              <a:solidFill>
                <a:srgbClr val="BB2F60"/>
              </a:solidFill>
              <a:latin typeface="Calibri"/>
            </a:endParaRPr>
          </a:p>
        </p:txBody>
      </p:sp>
      <p:sp>
        <p:nvSpPr>
          <p:cNvPr id="10" name="Textfeld 12">
            <a:extLst>
              <a:ext uri="{FF2B5EF4-FFF2-40B4-BE49-F238E27FC236}">
                <a16:creationId xmlns:a16="http://schemas.microsoft.com/office/drawing/2014/main" id="{D786DFA2-1D4A-1293-674F-9577C5ACBDA0}"/>
              </a:ext>
            </a:extLst>
          </p:cNvPr>
          <p:cNvSpPr txBox="1"/>
          <p:nvPr/>
        </p:nvSpPr>
        <p:spPr>
          <a:xfrm>
            <a:off x="6095998" y="4888739"/>
            <a:ext cx="5203201" cy="1368709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sng" strike="noStrike" kern="1200" cap="none" spc="0" normalizeH="0" baseline="0" noProof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Approved</a:t>
            </a:r>
            <a:r>
              <a:rPr kumimoji="0" lang="de-DE" sz="12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200" b="1" i="0" u="sng" strike="noStrike" kern="1200" cap="none" spc="0" normalizeH="0" baseline="0" noProof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by</a:t>
            </a:r>
            <a:endParaRPr kumimoji="0" lang="de-DE" sz="1200" b="1" i="0" u="sng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b="1" i="0" u="sng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i="0" strike="noStrike" kern="1200" cap="none" spc="0" normalizeH="0" baseline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</a:t>
            </a:r>
            <a:r>
              <a:rPr kumimoji="0" lang="de-DE" sz="1200" i="0" strike="noStrike" kern="1200" cap="none" spc="0" normalizeH="0" baseline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de-DE" sz="1200" i="0" strike="noStrike" kern="1200" cap="none" spc="0" normalizeH="0" baseline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owner</a:t>
            </a:r>
            <a:r>
              <a:rPr kumimoji="0" lang="de-DE" sz="1200" i="0" strike="noStrike" kern="1200" cap="none" spc="0" normalizeH="0" baseline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		Department </a:t>
            </a:r>
            <a:r>
              <a:rPr kumimoji="0" lang="de-DE" sz="1200" i="0" strike="noStrike" kern="1200" cap="none" spc="0" normalizeH="0" baseline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manager</a:t>
            </a:r>
            <a:r>
              <a:rPr kumimoji="0" lang="de-DE" sz="1200" i="0" strike="noStrike" kern="1200" cap="none" spc="0" normalizeH="0" baseline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1" name="Textfeld 13">
            <a:extLst>
              <a:ext uri="{FF2B5EF4-FFF2-40B4-BE49-F238E27FC236}">
                <a16:creationId xmlns:a16="http://schemas.microsoft.com/office/drawing/2014/main" id="{5636B0AD-5486-BC3C-901A-8DE2E9F731AF}"/>
              </a:ext>
            </a:extLst>
          </p:cNvPr>
          <p:cNvSpPr txBox="1"/>
          <p:nvPr/>
        </p:nvSpPr>
        <p:spPr>
          <a:xfrm>
            <a:off x="6096000" y="3341454"/>
            <a:ext cx="2895598" cy="1550266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</a:t>
            </a:r>
            <a:r>
              <a:rPr kumimoji="0" lang="en-GB" sz="1050" b="1" i="0" strike="noStrike" kern="1200" cap="none" spc="0" normalizeH="0" baseline="0" noProof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estim</a:t>
            </a:r>
            <a:r>
              <a:rPr kumimoji="0" lang="en-GB" sz="1050" b="1" i="0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workload: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050" b="1" dirty="0">
              <a:solidFill>
                <a:srgbClr val="003E53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BB2F60"/>
                </a:solidFill>
                <a:latin typeface="Calibri"/>
              </a:rPr>
              <a:t>Estimate of IT Workload for analyzing, implementation,…</a:t>
            </a:r>
            <a:endParaRPr kumimoji="0" lang="en-GB" sz="1050" b="1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Textfeld 12">
            <a:extLst>
              <a:ext uri="{FF2B5EF4-FFF2-40B4-BE49-F238E27FC236}">
                <a16:creationId xmlns:a16="http://schemas.microsoft.com/office/drawing/2014/main" id="{ED4577DA-98FC-4B23-47DD-9E5CC1183E45}"/>
              </a:ext>
            </a:extLst>
          </p:cNvPr>
          <p:cNvSpPr txBox="1"/>
          <p:nvPr/>
        </p:nvSpPr>
        <p:spPr>
          <a:xfrm>
            <a:off x="575495" y="5892322"/>
            <a:ext cx="5520503" cy="36512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Alternative </a:t>
            </a:r>
            <a:r>
              <a:rPr kumimoji="0" lang="de-DE" sz="1200" b="1" i="0" u="sng" strike="noStrike" kern="1200" cap="none" spc="0" normalizeH="0" baseline="0" noProof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scenario</a:t>
            </a:r>
            <a:endParaRPr kumimoji="0" lang="de-DE" sz="1000" b="1" i="0" u="sng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Textfeld 7">
            <a:extLst>
              <a:ext uri="{FF2B5EF4-FFF2-40B4-BE49-F238E27FC236}">
                <a16:creationId xmlns:a16="http://schemas.microsoft.com/office/drawing/2014/main" id="{116F9EA4-1AB5-5A4A-0126-7025D8B9AE33}"/>
              </a:ext>
            </a:extLst>
          </p:cNvPr>
          <p:cNvSpPr txBox="1"/>
          <p:nvPr/>
        </p:nvSpPr>
        <p:spPr>
          <a:xfrm>
            <a:off x="575493" y="4760026"/>
            <a:ext cx="5520504" cy="44482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Timing/Urgency: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6" name="Textfeld 13">
            <a:extLst>
              <a:ext uri="{FF2B5EF4-FFF2-40B4-BE49-F238E27FC236}">
                <a16:creationId xmlns:a16="http://schemas.microsoft.com/office/drawing/2014/main" id="{B4D26A55-12E2-DC3B-3596-78A3C5C13E2C}"/>
              </a:ext>
            </a:extLst>
          </p:cNvPr>
          <p:cNvSpPr txBox="1"/>
          <p:nvPr/>
        </p:nvSpPr>
        <p:spPr>
          <a:xfrm>
            <a:off x="8991599" y="3338473"/>
            <a:ext cx="2307600" cy="1550266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UBS </a:t>
            </a:r>
            <a:r>
              <a:rPr kumimoji="0" lang="en-GB" sz="1050" b="1" i="0" strike="noStrike" kern="1200" cap="none" spc="0" normalizeH="0" baseline="0" noProof="0" dirty="0" err="1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estim</a:t>
            </a:r>
            <a:r>
              <a:rPr kumimoji="0" lang="en-GB" sz="1050" b="1" i="0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workload: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1050" b="1" u="none" dirty="0">
              <a:solidFill>
                <a:srgbClr val="003E53"/>
              </a:solidFill>
              <a:latin typeface="Calibri"/>
            </a:endParaRPr>
          </a:p>
          <a:p>
            <a:pPr>
              <a:defRPr/>
            </a:pPr>
            <a:r>
              <a:rPr lang="en-US" sz="1200" dirty="0">
                <a:solidFill>
                  <a:srgbClr val="BB2F60"/>
                </a:solidFill>
                <a:latin typeface="Calibri"/>
              </a:rPr>
              <a:t>Estimate of UBS workload for analyzing and testing,..</a:t>
            </a:r>
            <a:endParaRPr kumimoji="0" lang="en-GB" sz="1200" b="1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0" name="Textfeld 13">
            <a:extLst>
              <a:ext uri="{FF2B5EF4-FFF2-40B4-BE49-F238E27FC236}">
                <a16:creationId xmlns:a16="http://schemas.microsoft.com/office/drawing/2014/main" id="{E86AD4CC-CB93-B0C6-9BAA-8738ABC1E3EA}"/>
              </a:ext>
            </a:extLst>
          </p:cNvPr>
          <p:cNvSpPr txBox="1"/>
          <p:nvPr/>
        </p:nvSpPr>
        <p:spPr>
          <a:xfrm>
            <a:off x="6096000" y="1327603"/>
            <a:ext cx="2895598" cy="881701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SPOCS: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 dirty="0">
                <a:solidFill>
                  <a:srgbClr val="BB2F60"/>
                </a:solidFill>
                <a:latin typeface="Calibri"/>
              </a:rPr>
              <a:t>List the main IT contact persons</a:t>
            </a:r>
            <a:endParaRPr kumimoji="0" lang="en-GB" sz="1050" b="1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feld 13">
            <a:extLst>
              <a:ext uri="{FF2B5EF4-FFF2-40B4-BE49-F238E27FC236}">
                <a16:creationId xmlns:a16="http://schemas.microsoft.com/office/drawing/2014/main" id="{B05F0B43-C018-F95C-24E7-9390A2B6B37F}"/>
              </a:ext>
            </a:extLst>
          </p:cNvPr>
          <p:cNvSpPr txBox="1"/>
          <p:nvPr/>
        </p:nvSpPr>
        <p:spPr>
          <a:xfrm>
            <a:off x="8991600" y="1324723"/>
            <a:ext cx="2307600" cy="88170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050" b="1" i="0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UBS SPOC:</a:t>
            </a:r>
          </a:p>
          <a:p>
            <a:pPr>
              <a:defRPr/>
            </a:pPr>
            <a:r>
              <a:rPr lang="en-US" sz="1050" dirty="0">
                <a:solidFill>
                  <a:srgbClr val="BB2F60"/>
                </a:solidFill>
                <a:latin typeface="Calibri"/>
              </a:rPr>
              <a:t>List the main UBS contact persons</a:t>
            </a:r>
            <a:endParaRPr kumimoji="0" lang="en-GB" sz="1050" b="1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Textfeld 7">
            <a:extLst>
              <a:ext uri="{FF2B5EF4-FFF2-40B4-BE49-F238E27FC236}">
                <a16:creationId xmlns:a16="http://schemas.microsoft.com/office/drawing/2014/main" id="{546AEA7D-EBF4-BC04-44D8-B9792DBDC3E8}"/>
              </a:ext>
            </a:extLst>
          </p:cNvPr>
          <p:cNvSpPr txBox="1"/>
          <p:nvPr/>
        </p:nvSpPr>
        <p:spPr>
          <a:xfrm>
            <a:off x="6095998" y="2209513"/>
            <a:ext cx="5203200" cy="1136297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sng" strike="noStrike" kern="1200" cap="none" spc="0" normalizeH="0" baseline="0" noProof="0" dirty="0">
                <a:ln>
                  <a:noFill/>
                </a:ln>
                <a:solidFill>
                  <a:srgbClr val="003E53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IT impact: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sz="1100" dirty="0">
                <a:solidFill>
                  <a:srgbClr val="BB2F60"/>
                </a:solidFill>
                <a:latin typeface="Calibri"/>
              </a:rPr>
              <a:t>Describe impact /actions to be taken by IT</a:t>
            </a: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1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endParaRPr kumimoji="0" lang="en-GB" sz="1200" b="0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Textfeld 13">
            <a:extLst>
              <a:ext uri="{FF2B5EF4-FFF2-40B4-BE49-F238E27FC236}">
                <a16:creationId xmlns:a16="http://schemas.microsoft.com/office/drawing/2014/main" id="{4141F80D-D52E-B97F-3904-61441E810FEF}"/>
              </a:ext>
            </a:extLst>
          </p:cNvPr>
          <p:cNvSpPr txBox="1"/>
          <p:nvPr/>
        </p:nvSpPr>
        <p:spPr>
          <a:xfrm>
            <a:off x="9099238" y="71713"/>
            <a:ext cx="351692" cy="1209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200" b="1" i="0" u="none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5" name="Textfeld 13">
            <a:extLst>
              <a:ext uri="{FF2B5EF4-FFF2-40B4-BE49-F238E27FC236}">
                <a16:creationId xmlns:a16="http://schemas.microsoft.com/office/drawing/2014/main" id="{77781CFB-D7EC-24D9-05E7-C6FA666588CA}"/>
              </a:ext>
            </a:extLst>
          </p:cNvPr>
          <p:cNvSpPr txBox="1"/>
          <p:nvPr/>
        </p:nvSpPr>
        <p:spPr>
          <a:xfrm>
            <a:off x="9099238" y="254669"/>
            <a:ext cx="351692" cy="120963"/>
          </a:xfrm>
          <a:prstGeom prst="rect">
            <a:avLst/>
          </a:prstGeom>
          <a:solidFill>
            <a:schemeClr val="tx2">
              <a:lumMod val="10000"/>
              <a:lumOff val="9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050" b="1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Textfeld 12">
            <a:extLst>
              <a:ext uri="{FF2B5EF4-FFF2-40B4-BE49-F238E27FC236}">
                <a16:creationId xmlns:a16="http://schemas.microsoft.com/office/drawing/2014/main" id="{0FC70180-62CC-429B-6B10-D327A72E610D}"/>
              </a:ext>
            </a:extLst>
          </p:cNvPr>
          <p:cNvSpPr txBox="1"/>
          <p:nvPr/>
        </p:nvSpPr>
        <p:spPr>
          <a:xfrm>
            <a:off x="9099238" y="455791"/>
            <a:ext cx="351692" cy="120963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200" i="0" strike="noStrike" kern="1200" cap="none" spc="0" normalizeH="0" baseline="0" noProof="0" dirty="0">
              <a:ln>
                <a:noFill/>
              </a:ln>
              <a:solidFill>
                <a:srgbClr val="003E53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39214E9-9C75-E49B-8AD7-FCDF375EC535}"/>
              </a:ext>
            </a:extLst>
          </p:cNvPr>
          <p:cNvSpPr txBox="1"/>
          <p:nvPr/>
        </p:nvSpPr>
        <p:spPr>
          <a:xfrm>
            <a:off x="9467591" y="6904"/>
            <a:ext cx="12110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3E53"/>
                </a:solidFill>
                <a:latin typeface="Calibri"/>
              </a:rPr>
              <a:t>Filled by requestor</a:t>
            </a:r>
            <a:endParaRPr lang="en-BE" sz="1000" dirty="0">
              <a:solidFill>
                <a:srgbClr val="003E53"/>
              </a:solidFill>
              <a:latin typeface="Calibri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23D85B21-7CA1-4FA0-ED7F-EBF0771CCD5E}"/>
              </a:ext>
            </a:extLst>
          </p:cNvPr>
          <p:cNvSpPr txBox="1"/>
          <p:nvPr/>
        </p:nvSpPr>
        <p:spPr>
          <a:xfrm>
            <a:off x="9467590" y="192039"/>
            <a:ext cx="12110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3E53"/>
                </a:solidFill>
                <a:latin typeface="Calibri"/>
              </a:rPr>
              <a:t>Filled by IT</a:t>
            </a:r>
            <a:endParaRPr lang="en-BE" sz="1000" dirty="0">
              <a:solidFill>
                <a:srgbClr val="003E53"/>
              </a:solidFill>
              <a:latin typeface="Calibri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00F1630-EB33-3770-D3AC-B290C6E1E5A4}"/>
              </a:ext>
            </a:extLst>
          </p:cNvPr>
          <p:cNvSpPr txBox="1"/>
          <p:nvPr/>
        </p:nvSpPr>
        <p:spPr>
          <a:xfrm>
            <a:off x="9482901" y="393161"/>
            <a:ext cx="270909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solidFill>
                  <a:srgbClr val="003E53"/>
                </a:solidFill>
                <a:latin typeface="Calibri"/>
              </a:rPr>
              <a:t>Filled by Department manager &amp; Process owner</a:t>
            </a:r>
            <a:endParaRPr lang="en-BE" sz="1000" dirty="0">
              <a:solidFill>
                <a:srgbClr val="003E53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6435696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81CA988-7365-426B-93B6-5A9DACF68F48}" vid="{BA511728-9569-4C3D-9BF3-911221025589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81CA988-7365-426B-93B6-5A9DACF68F48}" vid="{9C6140B2-B123-4496-8725-1C0AE5622FF4}"/>
    </a:ext>
  </a:extLst>
</a:theme>
</file>

<file path=ppt/theme/theme3.xml><?xml version="1.0" encoding="utf-8"?>
<a:theme xmlns:a="http://schemas.openxmlformats.org/drawingml/2006/main" name="2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81CA988-7365-426B-93B6-5A9DACF68F48}" vid="{EE0473AD-D718-4011-861D-1BD104216EE6}"/>
    </a:ext>
  </a:extLst>
</a:theme>
</file>

<file path=ppt/theme/theme4.xml><?xml version="1.0" encoding="utf-8"?>
<a:theme xmlns:a="http://schemas.openxmlformats.org/drawingml/2006/main" name="3_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Presentation1" id="{481CA988-7365-426B-93B6-5A9DACF68F48}" vid="{4E01D228-C0A1-4F4A-AD94-EE580A3F69F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7E7C5EECA3A44CB2B347AA664E7780" ma:contentTypeVersion="0" ma:contentTypeDescription="Create a new document." ma:contentTypeScope="" ma:versionID="c21a7366a455915af932a369910c950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31d5eec3c12ee2e8127422d567928fa7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2CE35C3-3CEA-42CF-B798-6C583520666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E3F21F7-A07E-40E5-AACD-C8CF438B49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DC09838-2574-43B1-907C-F5CFF40BE9FE}">
  <ds:schemaRefs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8d014b73-399d-4a37-a546-84d3a2f867e0"/>
    <ds:schemaRef ds:uri="http://schemas.microsoft.com/office/2006/metadata/properties"/>
    <ds:schemaRef ds:uri="http://www.w3.org/XML/1998/namespace"/>
    <ds:schemaRef ds:uri="http://purl.org/dc/terms/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UBS_ppt TEMPLATE_v09 2024</Template>
  <TotalTime>0</TotalTime>
  <Words>127</Words>
  <Application>Microsoft Office PowerPoint</Application>
  <PresentationFormat>Widescreen</PresentationFormat>
  <Paragraphs>44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2</vt:i4>
      </vt:variant>
    </vt:vector>
  </HeadingPairs>
  <TitlesOfParts>
    <vt:vector size="10" baseType="lpstr">
      <vt:lpstr>Nunito Sans 12pt Normal</vt:lpstr>
      <vt:lpstr>Aptos</vt:lpstr>
      <vt:lpstr>Arial</vt:lpstr>
      <vt:lpstr>Calibri</vt:lpstr>
      <vt:lpstr>Office Theme</vt:lpstr>
      <vt:lpstr>1_Office Theme</vt:lpstr>
      <vt:lpstr>2_Office Theme</vt:lpstr>
      <vt:lpstr>3_Office Theme</vt:lpstr>
      <vt:lpstr>IT Small enhancement - template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Franckx, Erika</dc:creator>
  <cp:lastModifiedBy>Mikkel Stæhr</cp:lastModifiedBy>
  <cp:revision>2</cp:revision>
  <dcterms:created xsi:type="dcterms:W3CDTF">2024-10-14T12:12:11Z</dcterms:created>
  <dcterms:modified xsi:type="dcterms:W3CDTF">2026-09-03T08:12:45Z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0x010100C37E7C5EECA3A44CB2B347AA664E7780</vt:lpwstr>
  </property>
  <property fmtid="{D5CDD505-2E9C-101B-9397-08002B2CF9AE}" pid="3" name="MediaServiceImageTags">
    <vt:lpwstr/>
  </property>
</Properties>
</file>